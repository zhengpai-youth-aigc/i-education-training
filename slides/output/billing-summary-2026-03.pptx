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 w="12700">
            <a:solidFill>
              <a:srgbClr val="F7F6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5836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1E6C8"/>
          </a:solidFill>
          <a:ln w="12700">
            <a:solidFill>
              <a:srgbClr val="F1E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近期账单明细整理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根据用户提供的 8 张支付截图整理，适合直接用于汇报或归档。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487168"/>
            <a:ext cx="1920240" cy="0"/>
          </a:xfrm>
          <a:prstGeom prst="line">
            <a:avLst/>
          </a:prstGeom>
          <a:noFill/>
          <a:ln w="31750">
            <a:solidFill>
              <a:srgbClr val="E5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7614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内容结构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03580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总金额概览 / 分类拆分 / 重点账单 / 闲鱼拼车明细 / 结论建议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15000" y="658368"/>
            <a:ext cx="2697480" cy="3794760"/>
          </a:xfrm>
          <a:prstGeom prst="roundRect">
            <a:avLst>
              <a:gd name="adj" fmla="val 4068"/>
            </a:avLst>
          </a:prstGeom>
          <a:solidFill>
            <a:srgbClr val="FFF8E8"/>
          </a:solidFill>
          <a:ln w="12700">
            <a:solidFill>
              <a:srgbClr val="F2D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051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989320" y="1600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笔账单记录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084832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22311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127.18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99632" y="249631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总支出（元）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16752" y="314553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时间范围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16752" y="33649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2026-03-06 至 2026-03-17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16752" y="378561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主要类型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6752" y="4005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软件会员 / 拼车订阅 / 充值消费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总体概览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8 笔账单主要集中在软件会员和闲鱼拼车类支出。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9DDE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447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总支出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127.18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单位：元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234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9DDE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4447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记录数量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7373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08960" y="2029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截图内有效账单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1234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9DDE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4447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时间跨度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7373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天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2029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2026-03-06 到 2026-03-17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7889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按类型拆分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31272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软件会员与工具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12724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78.00 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3008" y="3145536"/>
            <a:ext cx="3200400" cy="128016"/>
          </a:xfrm>
          <a:prstGeom prst="roundRect">
            <a:avLst>
              <a:gd name="adj" fmla="val 28571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93008" y="3145536"/>
            <a:ext cx="1962818" cy="128016"/>
          </a:xfrm>
          <a:prstGeom prst="roundRect">
            <a:avLst>
              <a:gd name="adj" fmla="val 28571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312724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61.3%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" y="3657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闲鱼拼车订阅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36576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30.28 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93008" y="3675888"/>
            <a:ext cx="3200400" cy="128016"/>
          </a:xfrm>
          <a:prstGeom prst="roundRect">
            <a:avLst>
              <a:gd name="adj" fmla="val 28571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93008" y="3675888"/>
            <a:ext cx="761976" cy="128016"/>
          </a:xfrm>
          <a:prstGeom prst="roundRect">
            <a:avLst>
              <a:gd name="adj" fmla="val 28571"/>
            </a:avLst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365760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" y="41879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充值消费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1879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18.90 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93008" y="4206240"/>
            <a:ext cx="3200400" cy="128016"/>
          </a:xfrm>
          <a:prstGeom prst="roundRect">
            <a:avLst>
              <a:gd name="adj" fmla="val 28571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93008" y="4206240"/>
            <a:ext cx="475606" cy="128016"/>
          </a:xfrm>
          <a:prstGeom prst="roundRect">
            <a:avLst>
              <a:gd name="adj" fmla="val 28571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418795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1261872"/>
            <a:ext cx="1005840" cy="3291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14813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71232" y="184708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F6DD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1232" y="1911096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71232" y="241401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71232" y="2478024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71232" y="2980944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F6DD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3044952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71232" y="3547872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232" y="3611880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自动扣款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4690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重点账单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金额相对较高或代表性较强的 3 笔支出。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79552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35024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8132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软件服务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92224" y="13350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CodePlanPlus 月度会员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92224" y="160020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收款方：上海稀宇科技有限公司 / MiniMax 开放平台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1353312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96912" y="1389888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-49.00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2249424"/>
            <a:ext cx="79552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414016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560320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办公会员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92224" y="241401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 超级会员包季自动续费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92224" y="2679192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收款方：珠海金山办公软件有限公司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2432304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96912" y="246888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-29.00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3328416"/>
            <a:ext cx="79552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493008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639312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充值消费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92224" y="34930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元宝充值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92224" y="375818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商户：小鼠标垫 / 收款方：淮安瑞之梦网络科技有限公司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3511296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96912" y="354787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-18.90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852160" y="4370832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4498848"/>
            <a:ext cx="250545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笔合计 96.90 元，占总支出的 76.2%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690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闲鱼拼车类支出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笔与 team / business / 拼车席位相关的自动扣款。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8E8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35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30.28 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177393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拼车类总支出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52928" y="117043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435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6.06 元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035808" y="177393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47488" y="1170432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135331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48656" y="16093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金额高度集中在 4 到 8 元区间，呈现典型的小额重复型订阅特征。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651760"/>
            <a:ext cx="7818120" cy="438912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2700">
            <a:solidFill>
              <a:srgbClr val="FFFD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70632"/>
            <a:ext cx="1143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770632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x***9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61488" y="2770632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团队拼车订阅席位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05472" y="2743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-6.50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3127248"/>
            <a:ext cx="7818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46120"/>
            <a:ext cx="1143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246120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x***3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61488" y="3246120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拼车 team 团队拼车订阅席位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05472" y="3218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3602736"/>
            <a:ext cx="7818120" cy="438912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2700">
            <a:solidFill>
              <a:srgbClr val="FFF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21608"/>
            <a:ext cx="1143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65960" y="3721608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t***2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61488" y="3721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teambusiness 拼车仅需 6.55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05472" y="369417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-6.55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4078224"/>
            <a:ext cx="7818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197096"/>
            <a:ext cx="1143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5960" y="4197096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x***6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61488" y="4197096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拍下秒发 team 车位，质保 30 天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05472" y="416966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-7.45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" y="4553712"/>
            <a:ext cx="7818120" cy="438912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2700">
            <a:solidFill>
              <a:srgbClr val="FFFD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672584"/>
            <a:ext cx="1143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65960" y="4672584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t***1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61488" y="4672584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团队 business 套餐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05472" y="46451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-4.00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4690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完整明细与结论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21792" y="932688"/>
            <a:ext cx="46177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1704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结论摘要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9536" y="1554480"/>
            <a:ext cx="128016" cy="128016"/>
          </a:xfrm>
          <a:prstGeom prst="ellipse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51790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笔账单合计 127.18 元，时间集中在 2026 年 3 月上旬到中旬。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" y="2066544"/>
            <a:ext cx="128016" cy="128016"/>
          </a:xfrm>
          <a:prstGeom prst="ellipse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0299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软件会员与工具类支出 78.00 元，是当前最大项，占比约 61.3%。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" y="2578608"/>
            <a:ext cx="128016" cy="1280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5420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闲鱼拼车类共 5 笔，合计 30.28 元，说明存在多个小额重复订阅。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9536" y="3090672"/>
            <a:ext cx="128016" cy="1280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0540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单笔最高支出为 CodePlanPlus 月度会员 49.00 元，其次为 WPS 包季 29.00 元。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9536" y="3602736"/>
            <a:ext cx="128016" cy="1280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5661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如果目的是做月度对账，这批记录已经足够支撑一次简明说明和归档。 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932688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FFF8E8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05856" y="1143000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建议归档标题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05856" y="14081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2026年3月近期账单明细整理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0" y="2212848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245059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记录来源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05856" y="2724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用户提供的支付截图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05856" y="30540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覆盖平台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05856" y="33101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 / MiniMax / WPS / 元宝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05856" y="3657600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05856" y="3913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PPT 为提炼版，适合汇报；如需也可继续扩成逐笔截图版。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690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AI教育培训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Billing Summary March 2026</dc:title>
  <dc:subject>近期账单明细整理</dc:subject>
  <dc:creator>OpenAI Codex</dc:creator>
  <cp:lastModifiedBy>OpenAI Codex</cp:lastModifiedBy>
  <cp:revision>1</cp:revision>
  <dcterms:created xsi:type="dcterms:W3CDTF">2026-04-01T06:34:00Z</dcterms:created>
  <dcterms:modified xsi:type="dcterms:W3CDTF">2026-04-01T06:34:00Z</dcterms:modified>
</cp:coreProperties>
</file>